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62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729E9C-6262-4175-B7D5-4907B9F09487}" v="10" dt="2026-04-18T21:52:23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Tellez" userId="f8bab735-9e9b-430d-b141-9e5e21e9c31b" providerId="ADAL" clId="{32F76EAA-FE8F-4AF1-8B32-41AC13B7C6D5}"/>
    <pc:docChg chg="undo custSel addSld delSld modSld">
      <pc:chgData name="Javier Tellez" userId="f8bab735-9e9b-430d-b141-9e5e21e9c31b" providerId="ADAL" clId="{32F76EAA-FE8F-4AF1-8B32-41AC13B7C6D5}" dt="2026-04-18T21:52:25.001" v="61" actId="26606"/>
      <pc:docMkLst>
        <pc:docMk/>
      </pc:docMkLst>
      <pc:sldChg chg="addSp delSp modSp new mod setBg delAnim modAnim">
        <pc:chgData name="Javier Tellez" userId="f8bab735-9e9b-430d-b141-9e5e21e9c31b" providerId="ADAL" clId="{32F76EAA-FE8F-4AF1-8B32-41AC13B7C6D5}" dt="2026-04-18T21:51:43.138" v="58" actId="26606"/>
        <pc:sldMkLst>
          <pc:docMk/>
          <pc:sldMk cId="208259965" sldId="273"/>
        </pc:sldMkLst>
        <pc:spChg chg="add del">
          <ac:chgData name="Javier Tellez" userId="f8bab735-9e9b-430d-b141-9e5e21e9c31b" providerId="ADAL" clId="{32F76EAA-FE8F-4AF1-8B32-41AC13B7C6D5}" dt="2026-04-18T21:51:43.138" v="58" actId="26606"/>
          <ac:spMkLst>
            <pc:docMk/>
            <pc:sldMk cId="208259965" sldId="273"/>
            <ac:spMk id="7" creationId="{AB8C311F-7253-4AED-9701-7FC0708C41C7}"/>
          </ac:spMkLst>
        </pc:spChg>
        <pc:spChg chg="add del">
          <ac:chgData name="Javier Tellez" userId="f8bab735-9e9b-430d-b141-9e5e21e9c31b" providerId="ADAL" clId="{32F76EAA-FE8F-4AF1-8B32-41AC13B7C6D5}" dt="2026-04-18T21:51:43.138" v="58" actId="26606"/>
          <ac:spMkLst>
            <pc:docMk/>
            <pc:sldMk cId="208259965" sldId="273"/>
            <ac:spMk id="9" creationId="{E2384209-CB15-4CDF-9D31-C44FD9A3F20D}"/>
          </ac:spMkLst>
        </pc:spChg>
        <pc:spChg chg="add del">
          <ac:chgData name="Javier Tellez" userId="f8bab735-9e9b-430d-b141-9e5e21e9c31b" providerId="ADAL" clId="{32F76EAA-FE8F-4AF1-8B32-41AC13B7C6D5}" dt="2026-04-18T21:51:43.138" v="58" actId="26606"/>
          <ac:spMkLst>
            <pc:docMk/>
            <pc:sldMk cId="208259965" sldId="273"/>
            <ac:spMk id="11" creationId="{2633B3B5-CC90-43F0-8714-D31D1F3F0209}"/>
          </ac:spMkLst>
        </pc:spChg>
        <pc:spChg chg="add del">
          <ac:chgData name="Javier Tellez" userId="f8bab735-9e9b-430d-b141-9e5e21e9c31b" providerId="ADAL" clId="{32F76EAA-FE8F-4AF1-8B32-41AC13B7C6D5}" dt="2026-04-18T21:51:43.138" v="58" actId="26606"/>
          <ac:spMkLst>
            <pc:docMk/>
            <pc:sldMk cId="208259965" sldId="273"/>
            <ac:spMk id="13" creationId="{A8D57A06-A426-446D-B02C-A2DC6B62E45E}"/>
          </ac:spMkLst>
        </pc:spChg>
        <pc:spChg chg="add">
          <ac:chgData name="Javier Tellez" userId="f8bab735-9e9b-430d-b141-9e5e21e9c31b" providerId="ADAL" clId="{32F76EAA-FE8F-4AF1-8B32-41AC13B7C6D5}" dt="2026-04-18T21:51:43.138" v="58" actId="26606"/>
          <ac:spMkLst>
            <pc:docMk/>
            <pc:sldMk cId="208259965" sldId="273"/>
            <ac:spMk id="18" creationId="{AB8C311F-7253-4AED-9701-7FC0708C41C7}"/>
          </ac:spMkLst>
        </pc:spChg>
        <pc:spChg chg="add">
          <ac:chgData name="Javier Tellez" userId="f8bab735-9e9b-430d-b141-9e5e21e9c31b" providerId="ADAL" clId="{32F76EAA-FE8F-4AF1-8B32-41AC13B7C6D5}" dt="2026-04-18T21:51:43.138" v="58" actId="26606"/>
          <ac:spMkLst>
            <pc:docMk/>
            <pc:sldMk cId="208259965" sldId="273"/>
            <ac:spMk id="20" creationId="{E2384209-CB15-4CDF-9D31-C44FD9A3F20D}"/>
          </ac:spMkLst>
        </pc:spChg>
        <pc:spChg chg="add">
          <ac:chgData name="Javier Tellez" userId="f8bab735-9e9b-430d-b141-9e5e21e9c31b" providerId="ADAL" clId="{32F76EAA-FE8F-4AF1-8B32-41AC13B7C6D5}" dt="2026-04-18T21:51:43.138" v="58" actId="26606"/>
          <ac:spMkLst>
            <pc:docMk/>
            <pc:sldMk cId="208259965" sldId="273"/>
            <ac:spMk id="22" creationId="{2633B3B5-CC90-43F0-8714-D31D1F3F0209}"/>
          </ac:spMkLst>
        </pc:spChg>
        <pc:spChg chg="add">
          <ac:chgData name="Javier Tellez" userId="f8bab735-9e9b-430d-b141-9e5e21e9c31b" providerId="ADAL" clId="{32F76EAA-FE8F-4AF1-8B32-41AC13B7C6D5}" dt="2026-04-18T21:51:43.138" v="58" actId="26606"/>
          <ac:spMkLst>
            <pc:docMk/>
            <pc:sldMk cId="208259965" sldId="273"/>
            <ac:spMk id="24" creationId="{A8D57A06-A426-446D-B02C-A2DC6B62E45E}"/>
          </ac:spMkLst>
        </pc:spChg>
        <pc:picChg chg="add del mod">
          <ac:chgData name="Javier Tellez" userId="f8bab735-9e9b-430d-b141-9e5e21e9c31b" providerId="ADAL" clId="{32F76EAA-FE8F-4AF1-8B32-41AC13B7C6D5}" dt="2026-04-18T21:49:20.489" v="54" actId="478"/>
          <ac:picMkLst>
            <pc:docMk/>
            <pc:sldMk cId="208259965" sldId="273"/>
            <ac:picMk id="2" creationId="{0266B71A-A27D-5912-A3C5-4D4B8C85B10E}"/>
          </ac:picMkLst>
        </pc:picChg>
        <pc:picChg chg="add mod">
          <ac:chgData name="Javier Tellez" userId="f8bab735-9e9b-430d-b141-9e5e21e9c31b" providerId="ADAL" clId="{32F76EAA-FE8F-4AF1-8B32-41AC13B7C6D5}" dt="2026-04-18T21:51:43.138" v="58" actId="26606"/>
          <ac:picMkLst>
            <pc:docMk/>
            <pc:sldMk cId="208259965" sldId="273"/>
            <ac:picMk id="3" creationId="{158990D0-3402-5269-B89B-A1CAFEB3A676}"/>
          </ac:picMkLst>
        </pc:picChg>
      </pc:sldChg>
      <pc:sldChg chg="addSp delSp modSp new mod setBg delAnim modAnim">
        <pc:chgData name="Javier Tellez" userId="f8bab735-9e9b-430d-b141-9e5e21e9c31b" providerId="ADAL" clId="{32F76EAA-FE8F-4AF1-8B32-41AC13B7C6D5}" dt="2026-04-18T21:52:25.001" v="61" actId="26606"/>
        <pc:sldMkLst>
          <pc:docMk/>
          <pc:sldMk cId="1007623896" sldId="274"/>
        </pc:sldMkLst>
        <pc:spChg chg="add del">
          <ac:chgData name="Javier Tellez" userId="f8bab735-9e9b-430d-b141-9e5e21e9c31b" providerId="ADAL" clId="{32F76EAA-FE8F-4AF1-8B32-41AC13B7C6D5}" dt="2026-04-18T21:52:25.001" v="61" actId="26606"/>
          <ac:spMkLst>
            <pc:docMk/>
            <pc:sldMk cId="1007623896" sldId="274"/>
            <ac:spMk id="7" creationId="{AB8C311F-7253-4AED-9701-7FC0708C41C7}"/>
          </ac:spMkLst>
        </pc:spChg>
        <pc:spChg chg="add del">
          <ac:chgData name="Javier Tellez" userId="f8bab735-9e9b-430d-b141-9e5e21e9c31b" providerId="ADAL" clId="{32F76EAA-FE8F-4AF1-8B32-41AC13B7C6D5}" dt="2026-04-18T21:52:25.001" v="61" actId="26606"/>
          <ac:spMkLst>
            <pc:docMk/>
            <pc:sldMk cId="1007623896" sldId="274"/>
            <ac:spMk id="9" creationId="{E2384209-CB15-4CDF-9D31-C44FD9A3F20D}"/>
          </ac:spMkLst>
        </pc:spChg>
        <pc:spChg chg="add del">
          <ac:chgData name="Javier Tellez" userId="f8bab735-9e9b-430d-b141-9e5e21e9c31b" providerId="ADAL" clId="{32F76EAA-FE8F-4AF1-8B32-41AC13B7C6D5}" dt="2026-04-18T21:52:25.001" v="61" actId="26606"/>
          <ac:spMkLst>
            <pc:docMk/>
            <pc:sldMk cId="1007623896" sldId="274"/>
            <ac:spMk id="11" creationId="{2633B3B5-CC90-43F0-8714-D31D1F3F0209}"/>
          </ac:spMkLst>
        </pc:spChg>
        <pc:spChg chg="add del">
          <ac:chgData name="Javier Tellez" userId="f8bab735-9e9b-430d-b141-9e5e21e9c31b" providerId="ADAL" clId="{32F76EAA-FE8F-4AF1-8B32-41AC13B7C6D5}" dt="2026-04-18T21:52:25.001" v="61" actId="26606"/>
          <ac:spMkLst>
            <pc:docMk/>
            <pc:sldMk cId="1007623896" sldId="274"/>
            <ac:spMk id="13" creationId="{A8D57A06-A426-446D-B02C-A2DC6B62E45E}"/>
          </ac:spMkLst>
        </pc:spChg>
        <pc:spChg chg="add">
          <ac:chgData name="Javier Tellez" userId="f8bab735-9e9b-430d-b141-9e5e21e9c31b" providerId="ADAL" clId="{32F76EAA-FE8F-4AF1-8B32-41AC13B7C6D5}" dt="2026-04-18T21:52:25.001" v="61" actId="26606"/>
          <ac:spMkLst>
            <pc:docMk/>
            <pc:sldMk cId="1007623896" sldId="274"/>
            <ac:spMk id="18" creationId="{AB8C311F-7253-4AED-9701-7FC0708C41C7}"/>
          </ac:spMkLst>
        </pc:spChg>
        <pc:spChg chg="add">
          <ac:chgData name="Javier Tellez" userId="f8bab735-9e9b-430d-b141-9e5e21e9c31b" providerId="ADAL" clId="{32F76EAA-FE8F-4AF1-8B32-41AC13B7C6D5}" dt="2026-04-18T21:52:25.001" v="61" actId="26606"/>
          <ac:spMkLst>
            <pc:docMk/>
            <pc:sldMk cId="1007623896" sldId="274"/>
            <ac:spMk id="20" creationId="{E2384209-CB15-4CDF-9D31-C44FD9A3F20D}"/>
          </ac:spMkLst>
        </pc:spChg>
        <pc:spChg chg="add">
          <ac:chgData name="Javier Tellez" userId="f8bab735-9e9b-430d-b141-9e5e21e9c31b" providerId="ADAL" clId="{32F76EAA-FE8F-4AF1-8B32-41AC13B7C6D5}" dt="2026-04-18T21:52:25.001" v="61" actId="26606"/>
          <ac:spMkLst>
            <pc:docMk/>
            <pc:sldMk cId="1007623896" sldId="274"/>
            <ac:spMk id="22" creationId="{2633B3B5-CC90-43F0-8714-D31D1F3F0209}"/>
          </ac:spMkLst>
        </pc:spChg>
        <pc:spChg chg="add">
          <ac:chgData name="Javier Tellez" userId="f8bab735-9e9b-430d-b141-9e5e21e9c31b" providerId="ADAL" clId="{32F76EAA-FE8F-4AF1-8B32-41AC13B7C6D5}" dt="2026-04-18T21:52:25.001" v="61" actId="26606"/>
          <ac:spMkLst>
            <pc:docMk/>
            <pc:sldMk cId="1007623896" sldId="274"/>
            <ac:spMk id="24" creationId="{A8D57A06-A426-446D-B02C-A2DC6B62E45E}"/>
          </ac:spMkLst>
        </pc:spChg>
        <pc:picChg chg="add del mod">
          <ac:chgData name="Javier Tellez" userId="f8bab735-9e9b-430d-b141-9e5e21e9c31b" providerId="ADAL" clId="{32F76EAA-FE8F-4AF1-8B32-41AC13B7C6D5}" dt="2026-04-18T21:51:50.569" v="59" actId="478"/>
          <ac:picMkLst>
            <pc:docMk/>
            <pc:sldMk cId="1007623896" sldId="274"/>
            <ac:picMk id="2" creationId="{0896DFCB-57CF-5390-46D2-6215C4C27941}"/>
          </ac:picMkLst>
        </pc:picChg>
        <pc:picChg chg="add mod">
          <ac:chgData name="Javier Tellez" userId="f8bab735-9e9b-430d-b141-9e5e21e9c31b" providerId="ADAL" clId="{32F76EAA-FE8F-4AF1-8B32-41AC13B7C6D5}" dt="2026-04-18T21:52:25.001" v="61" actId="26606"/>
          <ac:picMkLst>
            <pc:docMk/>
            <pc:sldMk cId="1007623896" sldId="274"/>
            <ac:picMk id="3" creationId="{8607B3C0-0905-60BC-F394-40481A23969A}"/>
          </ac:picMkLst>
        </pc:picChg>
      </pc:sldChg>
      <pc:sldChg chg="addSp delSp modSp add mod setBg delDesignElem">
        <pc:chgData name="Javier Tellez" userId="f8bab735-9e9b-430d-b141-9e5e21e9c31b" providerId="ADAL" clId="{32F76EAA-FE8F-4AF1-8B32-41AC13B7C6D5}" dt="2026-04-18T21:47:23.814" v="53" actId="403"/>
        <pc:sldMkLst>
          <pc:docMk/>
          <pc:sldMk cId="432171772" sldId="275"/>
        </pc:sldMkLst>
        <pc:spChg chg="add mod">
          <ac:chgData name="Javier Tellez" userId="f8bab735-9e9b-430d-b141-9e5e21e9c31b" providerId="ADAL" clId="{32F76EAA-FE8F-4AF1-8B32-41AC13B7C6D5}" dt="2026-04-18T21:46:36.023" v="21" actId="207"/>
          <ac:spMkLst>
            <pc:docMk/>
            <pc:sldMk cId="432171772" sldId="275"/>
            <ac:spMk id="2" creationId="{19A2E3EB-9A57-6005-E473-D094418CECDC}"/>
          </ac:spMkLst>
        </pc:spChg>
        <pc:spChg chg="add mod">
          <ac:chgData name="Javier Tellez" userId="f8bab735-9e9b-430d-b141-9e5e21e9c31b" providerId="ADAL" clId="{32F76EAA-FE8F-4AF1-8B32-41AC13B7C6D5}" dt="2026-04-18T21:47:23.814" v="53" actId="403"/>
          <ac:spMkLst>
            <pc:docMk/>
            <pc:sldMk cId="432171772" sldId="275"/>
            <ac:spMk id="3" creationId="{15E9BE1D-20AD-FEF4-2C53-63CA35BFFB16}"/>
          </ac:spMkLst>
        </pc:spChg>
        <pc:spChg chg="add del">
          <ac:chgData name="Javier Tellez" userId="f8bab735-9e9b-430d-b141-9e5e21e9c31b" providerId="ADAL" clId="{32F76EAA-FE8F-4AF1-8B32-41AC13B7C6D5}" dt="2026-04-18T21:46:13.737" v="15" actId="26606"/>
          <ac:spMkLst>
            <pc:docMk/>
            <pc:sldMk cId="432171772" sldId="275"/>
            <ac:spMk id="9" creationId="{AB8C311F-7253-4AED-9701-7FC0708C41C7}"/>
          </ac:spMkLst>
        </pc:spChg>
        <pc:spChg chg="add del">
          <ac:chgData name="Javier Tellez" userId="f8bab735-9e9b-430d-b141-9e5e21e9c31b" providerId="ADAL" clId="{32F76EAA-FE8F-4AF1-8B32-41AC13B7C6D5}" dt="2026-04-18T21:46:13.737" v="15" actId="26606"/>
          <ac:spMkLst>
            <pc:docMk/>
            <pc:sldMk cId="432171772" sldId="275"/>
            <ac:spMk id="10" creationId="{E2384209-CB15-4CDF-9D31-C44FD9A3F20D}"/>
          </ac:spMkLst>
        </pc:spChg>
        <pc:spChg chg="add del">
          <ac:chgData name="Javier Tellez" userId="f8bab735-9e9b-430d-b141-9e5e21e9c31b" providerId="ADAL" clId="{32F76EAA-FE8F-4AF1-8B32-41AC13B7C6D5}" dt="2026-04-18T21:46:13.737" v="15" actId="26606"/>
          <ac:spMkLst>
            <pc:docMk/>
            <pc:sldMk cId="432171772" sldId="275"/>
            <ac:spMk id="11" creationId="{2633B3B5-CC90-43F0-8714-D31D1F3F0209}"/>
          </ac:spMkLst>
        </pc:spChg>
        <pc:spChg chg="del">
          <ac:chgData name="Javier Tellez" userId="f8bab735-9e9b-430d-b141-9e5e21e9c31b" providerId="ADAL" clId="{32F76EAA-FE8F-4AF1-8B32-41AC13B7C6D5}" dt="2026-04-18T21:46:03.546" v="13"/>
          <ac:spMkLst>
            <pc:docMk/>
            <pc:sldMk cId="432171772" sldId="275"/>
            <ac:spMk id="12" creationId="{89A6D050-FC2F-239B-9A12-699566028D9D}"/>
          </ac:spMkLst>
        </pc:spChg>
        <pc:spChg chg="add del">
          <ac:chgData name="Javier Tellez" userId="f8bab735-9e9b-430d-b141-9e5e21e9c31b" providerId="ADAL" clId="{32F76EAA-FE8F-4AF1-8B32-41AC13B7C6D5}" dt="2026-04-18T21:46:13.737" v="15" actId="26606"/>
          <ac:spMkLst>
            <pc:docMk/>
            <pc:sldMk cId="432171772" sldId="275"/>
            <ac:spMk id="13" creationId="{A8D57A06-A426-446D-B02C-A2DC6B62E45E}"/>
          </ac:spMkLst>
        </pc:spChg>
        <pc:spChg chg="del">
          <ac:chgData name="Javier Tellez" userId="f8bab735-9e9b-430d-b141-9e5e21e9c31b" providerId="ADAL" clId="{32F76EAA-FE8F-4AF1-8B32-41AC13B7C6D5}" dt="2026-04-18T21:46:03.546" v="13"/>
          <ac:spMkLst>
            <pc:docMk/>
            <pc:sldMk cId="432171772" sldId="275"/>
            <ac:spMk id="14" creationId="{42AF59CC-77DC-B5E3-C655-A5ECE7589EC4}"/>
          </ac:spMkLst>
        </pc:spChg>
        <pc:spChg chg="add del">
          <ac:chgData name="Javier Tellez" userId="f8bab735-9e9b-430d-b141-9e5e21e9c31b" providerId="ADAL" clId="{32F76EAA-FE8F-4AF1-8B32-41AC13B7C6D5}" dt="2026-04-18T21:46:16.091" v="17" actId="26606"/>
          <ac:spMkLst>
            <pc:docMk/>
            <pc:sldMk cId="432171772" sldId="275"/>
            <ac:spMk id="15" creationId="{AB8C311F-7253-4AED-9701-7FC0708C41C7}"/>
          </ac:spMkLst>
        </pc:spChg>
        <pc:spChg chg="del">
          <ac:chgData name="Javier Tellez" userId="f8bab735-9e9b-430d-b141-9e5e21e9c31b" providerId="ADAL" clId="{32F76EAA-FE8F-4AF1-8B32-41AC13B7C6D5}" dt="2026-04-18T21:46:03.546" v="13"/>
          <ac:spMkLst>
            <pc:docMk/>
            <pc:sldMk cId="432171772" sldId="275"/>
            <ac:spMk id="16" creationId="{7681D0A9-6DB6-BFCE-2516-E4DD8875A6C9}"/>
          </ac:spMkLst>
        </pc:spChg>
        <pc:spChg chg="add del">
          <ac:chgData name="Javier Tellez" userId="f8bab735-9e9b-430d-b141-9e5e21e9c31b" providerId="ADAL" clId="{32F76EAA-FE8F-4AF1-8B32-41AC13B7C6D5}" dt="2026-04-18T21:46:16.091" v="17" actId="26606"/>
          <ac:spMkLst>
            <pc:docMk/>
            <pc:sldMk cId="432171772" sldId="275"/>
            <ac:spMk id="17" creationId="{E2384209-CB15-4CDF-9D31-C44FD9A3F20D}"/>
          </ac:spMkLst>
        </pc:spChg>
        <pc:spChg chg="del">
          <ac:chgData name="Javier Tellez" userId="f8bab735-9e9b-430d-b141-9e5e21e9c31b" providerId="ADAL" clId="{32F76EAA-FE8F-4AF1-8B32-41AC13B7C6D5}" dt="2026-04-18T21:46:03.546" v="13"/>
          <ac:spMkLst>
            <pc:docMk/>
            <pc:sldMk cId="432171772" sldId="275"/>
            <ac:spMk id="18" creationId="{4AE96E67-933E-1312-FED1-ABA94849E318}"/>
          </ac:spMkLst>
        </pc:spChg>
        <pc:spChg chg="add del">
          <ac:chgData name="Javier Tellez" userId="f8bab735-9e9b-430d-b141-9e5e21e9c31b" providerId="ADAL" clId="{32F76EAA-FE8F-4AF1-8B32-41AC13B7C6D5}" dt="2026-04-18T21:46:16.091" v="17" actId="26606"/>
          <ac:spMkLst>
            <pc:docMk/>
            <pc:sldMk cId="432171772" sldId="275"/>
            <ac:spMk id="19" creationId="{2633B3B5-CC90-43F0-8714-D31D1F3F0209}"/>
          </ac:spMkLst>
        </pc:spChg>
        <pc:spChg chg="add del">
          <ac:chgData name="Javier Tellez" userId="f8bab735-9e9b-430d-b141-9e5e21e9c31b" providerId="ADAL" clId="{32F76EAA-FE8F-4AF1-8B32-41AC13B7C6D5}" dt="2026-04-18T21:46:16.091" v="17" actId="26606"/>
          <ac:spMkLst>
            <pc:docMk/>
            <pc:sldMk cId="432171772" sldId="275"/>
            <ac:spMk id="20" creationId="{A8D57A06-A426-446D-B02C-A2DC6B62E45E}"/>
          </ac:spMkLst>
        </pc:spChg>
        <pc:spChg chg="add">
          <ac:chgData name="Javier Tellez" userId="f8bab735-9e9b-430d-b141-9e5e21e9c31b" providerId="ADAL" clId="{32F76EAA-FE8F-4AF1-8B32-41AC13B7C6D5}" dt="2026-04-18T21:46:16.098" v="18" actId="26606"/>
          <ac:spMkLst>
            <pc:docMk/>
            <pc:sldMk cId="432171772" sldId="275"/>
            <ac:spMk id="22" creationId="{AB8C311F-7253-4AED-9701-7FC0708C41C7}"/>
          </ac:spMkLst>
        </pc:spChg>
        <pc:spChg chg="add">
          <ac:chgData name="Javier Tellez" userId="f8bab735-9e9b-430d-b141-9e5e21e9c31b" providerId="ADAL" clId="{32F76EAA-FE8F-4AF1-8B32-41AC13B7C6D5}" dt="2026-04-18T21:46:16.098" v="18" actId="26606"/>
          <ac:spMkLst>
            <pc:docMk/>
            <pc:sldMk cId="432171772" sldId="275"/>
            <ac:spMk id="23" creationId="{E2384209-CB15-4CDF-9D31-C44FD9A3F20D}"/>
          </ac:spMkLst>
        </pc:spChg>
        <pc:spChg chg="add">
          <ac:chgData name="Javier Tellez" userId="f8bab735-9e9b-430d-b141-9e5e21e9c31b" providerId="ADAL" clId="{32F76EAA-FE8F-4AF1-8B32-41AC13B7C6D5}" dt="2026-04-18T21:46:16.098" v="18" actId="26606"/>
          <ac:spMkLst>
            <pc:docMk/>
            <pc:sldMk cId="432171772" sldId="275"/>
            <ac:spMk id="24" creationId="{2633B3B5-CC90-43F0-8714-D31D1F3F0209}"/>
          </ac:spMkLst>
        </pc:spChg>
        <pc:spChg chg="add">
          <ac:chgData name="Javier Tellez" userId="f8bab735-9e9b-430d-b141-9e5e21e9c31b" providerId="ADAL" clId="{32F76EAA-FE8F-4AF1-8B32-41AC13B7C6D5}" dt="2026-04-18T21:46:16.098" v="18" actId="26606"/>
          <ac:spMkLst>
            <pc:docMk/>
            <pc:sldMk cId="432171772" sldId="275"/>
            <ac:spMk id="25" creationId="{A8D57A06-A426-446D-B02C-A2DC6B62E45E}"/>
          </ac:spMkLst>
        </pc:spChg>
        <pc:picChg chg="mod">
          <ac:chgData name="Javier Tellez" userId="f8bab735-9e9b-430d-b141-9e5e21e9c31b" providerId="ADAL" clId="{32F76EAA-FE8F-4AF1-8B32-41AC13B7C6D5}" dt="2026-04-18T21:46:16.098" v="18" actId="26606"/>
          <ac:picMkLst>
            <pc:docMk/>
            <pc:sldMk cId="432171772" sldId="275"/>
            <ac:picMk id="7" creationId="{0ECDF54E-A1A1-EFD4-273D-DE3604FC1551}"/>
          </ac:picMkLst>
        </pc:picChg>
      </pc:sldChg>
      <pc:sldChg chg="addSp delSp add del setBg delDesignElem">
        <pc:chgData name="Javier Tellez" userId="f8bab735-9e9b-430d-b141-9e5e21e9c31b" providerId="ADAL" clId="{32F76EAA-FE8F-4AF1-8B32-41AC13B7C6D5}" dt="2026-04-18T21:46:59.389" v="42"/>
        <pc:sldMkLst>
          <pc:docMk/>
          <pc:sldMk cId="860283791" sldId="276"/>
        </pc:sldMkLst>
        <pc:spChg chg="add del">
          <ac:chgData name="Javier Tellez" userId="f8bab735-9e9b-430d-b141-9e5e21e9c31b" providerId="ADAL" clId="{32F76EAA-FE8F-4AF1-8B32-41AC13B7C6D5}" dt="2026-04-18T21:46:59.389" v="42"/>
          <ac:spMkLst>
            <pc:docMk/>
            <pc:sldMk cId="860283791" sldId="276"/>
            <ac:spMk id="12" creationId="{B787551E-376E-6A02-B98E-9FBBFA420784}"/>
          </ac:spMkLst>
        </pc:spChg>
        <pc:spChg chg="add del">
          <ac:chgData name="Javier Tellez" userId="f8bab735-9e9b-430d-b141-9e5e21e9c31b" providerId="ADAL" clId="{32F76EAA-FE8F-4AF1-8B32-41AC13B7C6D5}" dt="2026-04-18T21:46:59.389" v="42"/>
          <ac:spMkLst>
            <pc:docMk/>
            <pc:sldMk cId="860283791" sldId="276"/>
            <ac:spMk id="14" creationId="{D644F4E7-F090-F1FC-2DFE-DE6E6B529CB3}"/>
          </ac:spMkLst>
        </pc:spChg>
        <pc:spChg chg="add del">
          <ac:chgData name="Javier Tellez" userId="f8bab735-9e9b-430d-b141-9e5e21e9c31b" providerId="ADAL" clId="{32F76EAA-FE8F-4AF1-8B32-41AC13B7C6D5}" dt="2026-04-18T21:46:59.389" v="42"/>
          <ac:spMkLst>
            <pc:docMk/>
            <pc:sldMk cId="860283791" sldId="276"/>
            <ac:spMk id="16" creationId="{6735B3B4-B10A-3BCE-B980-078B376AE8A4}"/>
          </ac:spMkLst>
        </pc:spChg>
        <pc:spChg chg="add del">
          <ac:chgData name="Javier Tellez" userId="f8bab735-9e9b-430d-b141-9e5e21e9c31b" providerId="ADAL" clId="{32F76EAA-FE8F-4AF1-8B32-41AC13B7C6D5}" dt="2026-04-18T21:46:59.389" v="42"/>
          <ac:spMkLst>
            <pc:docMk/>
            <pc:sldMk cId="860283791" sldId="276"/>
            <ac:spMk id="18" creationId="{E714291E-BC98-0FE8-6BB9-3A9D7CFFC61F}"/>
          </ac:spMkLst>
        </pc:spChg>
      </pc:sldChg>
      <pc:sldChg chg="new del">
        <pc:chgData name="Javier Tellez" userId="f8bab735-9e9b-430d-b141-9e5e21e9c31b" providerId="ADAL" clId="{32F76EAA-FE8F-4AF1-8B32-41AC13B7C6D5}" dt="2026-04-18T21:50:10.463" v="56" actId="47"/>
        <pc:sldMkLst>
          <pc:docMk/>
          <pc:sldMk cId="3263674573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9CD3-9006-B1CF-97E0-F4D4A6B53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C7407-C000-CAAF-9F79-F9BB95D55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C89B4-C3CC-0D25-481C-18F7B2E7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EC1EF-231F-1365-A61E-80E1E1ACE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8D0D1-C949-274B-6512-C4B9ADA5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42825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6AAB-621B-0CFE-F1FC-D2D547A0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0D0F-B3D0-F5A5-C916-CCF592A1F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218DC-2B0E-1926-F5D4-A038F443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503A7-54A8-E300-9702-A6728028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01732-942E-B85D-4E20-DED068A5E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309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00A4-5EEA-ACB7-5F1B-7E70485B7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B33FE-E6DA-4935-07A9-7FFD611BA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81645-2EA8-8B12-9CF5-A3D164C2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F3213-A91C-4DC7-CE21-E045CB37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4F959-6D79-CB13-19D8-E9FA6760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9649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3CE9-40D9-5019-3DBD-53025FF7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489FE-3454-CFAA-229E-24C48D08A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EBD41-E65A-42E3-BB91-6F6AEDDF7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6E842-FB43-4D91-2942-F4FE899B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F50AC-FD9A-CE65-E269-89EE1844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B6FA9-D97C-DEBB-581C-2E0C1B4D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00669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85BE-4319-DD87-BCD6-FAF2A011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8340E-A378-FEC1-4419-2DF66EEB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B93D0-114D-4C6B-7AC2-28399FD92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5A3A7-A73D-91ED-1D63-08CA87FB3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AF349-F649-5CDD-049C-FD5E9E86E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889BC1-BA5A-7D3B-A312-4EC56B9A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8DDC4-9D75-B9A7-CB36-D5980F1F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175AB1-0390-B9D3-E7D3-4ADB2143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9443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CA3BC-76DB-EB47-2E6F-07C5219B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A4D52-1077-EF01-DE6A-18AF96BE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089E8-E23F-20FD-0CA0-A2ADCD20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8A63B-BCB4-519F-732B-E10C967F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1869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4F50C-6DB2-2311-9952-32E0F5A90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2D46C-C35A-9690-D547-2B8CE6F6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E516F-22DD-008C-65B4-903671F0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9196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61BE-3186-760D-54FE-BEEDCC68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C77F0-4E98-ECA8-5582-260FAFF2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FD430-89EA-CCC3-F4C3-561DACD53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CC9D0-4807-C3E9-507D-6311FF31A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B358F-9F20-8A9D-5220-44EA0CBD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1CD8E-9C22-7CB1-3C4A-A8646B90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271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1848-8350-6AFA-9A26-9C8B923B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CEDF6D-B71F-3E25-E752-7A381455C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D93AE-9CD4-1C68-C7C1-430427EE1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2D561-B19C-D967-80D9-929827F1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CE9C7-4B8B-CD1B-B2E8-00512189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293D1-0B21-97A5-5DD4-7013BE4D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17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FBBF4-F434-1D9E-F8EC-71F4701F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36483-BEC0-72B4-5932-DC7D64F70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D7AB5-3A56-8277-91B9-9C55AEE2A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E27A1-8923-9A6E-9DB2-99B42574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A1448-33D2-7E3B-EA9A-2CACC380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3868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DA0A1F-C2A4-774A-F2AC-65FDD113B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DD72E-8A58-A2AB-9F0A-9407A3988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C6A91-6CEC-6C94-40FC-975D3FFA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A3DFB-B54E-9CDB-1506-FAB909BE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D215A-AEBC-0EAB-4599-A29D40FB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8654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EA866-21BC-095F-FE44-D9F27BC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G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805BF-A634-54FF-345A-901C47CE5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C06BD-7B2A-3012-D8A4-96AC81F7D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9E519-6155-4D83-A526-8DD6AA5452DF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7F0C3-490B-B23B-DED8-1FD674FA7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9A5D0-934D-A208-9434-9A4FE1D17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13D9D-1E47-49D5-B8D1-EC55DFF559FC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4862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fDiamondz/Booking.com-Automatic-Test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vXAfn7aYLY?feature=oembe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1nAtRSzeyS0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1A85B4-642E-0FD8-435E-8D97F405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5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6708-4181-D393-C46F-B83BD7BE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DF54E-A1A1-EFD4-273D-DE3604FC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6"/>
          <a:stretch>
            <a:fillRect/>
          </a:stretch>
        </p:blipFill>
        <p:spPr>
          <a:xfrm>
            <a:off x="457219" y="457200"/>
            <a:ext cx="11277562" cy="5943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A2E3EB-9A57-6005-E473-D094418CECDC}"/>
              </a:ext>
            </a:extLst>
          </p:cNvPr>
          <p:cNvSpPr/>
          <p:nvPr/>
        </p:nvSpPr>
        <p:spPr>
          <a:xfrm>
            <a:off x="457219" y="457200"/>
            <a:ext cx="11277562" cy="594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9BE1D-20AD-FEF4-2C53-63CA35BFFB16}"/>
              </a:ext>
            </a:extLst>
          </p:cNvPr>
          <p:cNvSpPr txBox="1"/>
          <p:nvPr/>
        </p:nvSpPr>
        <p:spPr>
          <a:xfrm>
            <a:off x="1545579" y="1505119"/>
            <a:ext cx="84966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GITHUB LINK: </a:t>
            </a:r>
            <a:r>
              <a:rPr lang="en-US" sz="5400" dirty="0">
                <a:hlinkClick r:id="rId3"/>
              </a:rPr>
              <a:t>https://github.com/JofDiamondz/Booking.com-Automatic-Testing</a:t>
            </a:r>
            <a:r>
              <a:rPr lang="en-US" sz="5400" dirty="0"/>
              <a:t> </a:t>
            </a:r>
            <a:endParaRPr lang="es-GT" sz="5400" dirty="0"/>
          </a:p>
        </p:txBody>
      </p:sp>
    </p:spTree>
    <p:extLst>
      <p:ext uri="{BB962C8B-B14F-4D97-AF65-F5344CB8AC3E}">
        <p14:creationId xmlns:p14="http://schemas.microsoft.com/office/powerpoint/2010/main" val="43217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5F1D4-20F7-F617-E6BC-23A6FC686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11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FFF4A-E367-E515-C9BE-F8BB6D62B5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65" b="102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8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207006-3DA5-BAB6-2C6D-D11ACFCF18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5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8A95D-6706-EC45-4C58-51DC1515B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581B9-46D2-6C0E-6697-178208C916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69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EEBD1E-B978-65CC-CE3D-201E4BE0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3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9CCB6D-A5AE-7988-70F5-F2B63DB261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0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C7A771-A343-ABF5-C95F-BF84E2F70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0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0C7AA-95DE-A4C0-945F-AA41C20A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8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83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70B8A-AE7F-9526-36AC-106DE57D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44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9E3B5-43FF-69A5-C79B-1ACD54133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8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28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2C8C64-C1BA-DBD1-6A2B-A9FC11D5F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47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15B7DF-789D-0F4F-3BC3-20062AC0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3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88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8EC428-CC71-BA11-0D47-1FFAFA5366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81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BD3B69-9EE3-B065-7566-DD8A8B534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4" b="218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02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B73077-37FB-0ADA-1C03-CF48D153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4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96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nline Media 2" title="Sequential Automatic Testing">
            <a:hlinkClick r:id="" action="ppaction://media"/>
            <a:extLst>
              <a:ext uri="{FF2B5EF4-FFF2-40B4-BE49-F238E27FC236}">
                <a16:creationId xmlns:a16="http://schemas.microsoft.com/office/drawing/2014/main" id="{158990D0-3402-5269-B89B-A1CAFEB3A67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33600" y="457200"/>
            <a:ext cx="7924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nline Media 2" title="Parrallel testing">
            <a:hlinkClick r:id="" action="ppaction://media"/>
            <a:extLst>
              <a:ext uri="{FF2B5EF4-FFF2-40B4-BE49-F238E27FC236}">
                <a16:creationId xmlns:a16="http://schemas.microsoft.com/office/drawing/2014/main" id="{8607B3C0-0905-60BC-F394-40481A23969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33600" y="457200"/>
            <a:ext cx="7924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2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</Words>
  <Application>Microsoft Office PowerPoint</Application>
  <PresentationFormat>Widescreen</PresentationFormat>
  <Paragraphs>1</Paragraphs>
  <Slides>20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Tellez</dc:creator>
  <cp:lastModifiedBy>Javier Antonio Tellez Asturias</cp:lastModifiedBy>
  <cp:revision>1</cp:revision>
  <dcterms:created xsi:type="dcterms:W3CDTF">2026-04-15T19:05:36Z</dcterms:created>
  <dcterms:modified xsi:type="dcterms:W3CDTF">2026-04-18T21:52:31Z</dcterms:modified>
</cp:coreProperties>
</file>